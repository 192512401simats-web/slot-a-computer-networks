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logo_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74320"/>
            <a:ext cx="2834640" cy="777240"/>
          </a:xfrm>
          <a:prstGeom prst="rect">
            <a:avLst/>
          </a:prstGeom>
        </p:spPr>
      </p:pic>
      <p:pic>
        <p:nvPicPr>
          <p:cNvPr id="3" name="Image 1" descr="images/logo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74320"/>
            <a:ext cx="2880360" cy="7772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40080" y="1234440"/>
            <a:ext cx="10972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Types of Computer Networks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  •  MAN  •  WAN  •  PAN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731520" y="3886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CSA 0714 – COMPUTER NETWORKS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48640" y="56692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SUPERVISOR :
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Jesu Jayarin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589520" y="566928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by:
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Kiran.M (192512401)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C72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to Computer Networks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394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computer network is a group of two or more interconnected devices that can exchange data and share resources with each other.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Networks are classified mainly by the geographical area they cover.</a:t>
            </a:r>
            <a:endParaRPr lang="en-US" sz="2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four common types, from smallest to largest, are PAN, LAN, MAN and WAN.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720840" y="1965960"/>
            <a:ext cx="4663440" cy="4663440"/>
          </a:xfrm>
          <a:prstGeom prst="ellipse">
            <a:avLst/>
          </a:prstGeom>
          <a:solidFill>
            <a:srgbClr val="065A82">
              <a:alpha val="22000"/>
            </a:srgbClr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514600"/>
            <a:ext cx="3566160" cy="3566160"/>
          </a:xfrm>
          <a:prstGeom prst="ellipse">
            <a:avLst/>
          </a:prstGeom>
          <a:solidFill>
            <a:srgbClr val="1C7293">
              <a:alpha val="22000"/>
            </a:srgbClr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0" y="3108960"/>
            <a:ext cx="2377440" cy="2377440"/>
          </a:xfrm>
          <a:prstGeom prst="ellipse">
            <a:avLst/>
          </a:prstGeom>
          <a:solidFill>
            <a:srgbClr val="3E8FB0">
              <a:alpha val="22000"/>
            </a:srgbClr>
          </a:solidFill>
          <a:ln w="25400">
            <a:solidFill>
              <a:srgbClr val="3E8F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3703320"/>
            <a:ext cx="1188720" cy="1188720"/>
          </a:xfrm>
          <a:prstGeom prst="ellipse">
            <a:avLst/>
          </a:prstGeom>
          <a:solidFill>
            <a:srgbClr val="21295C">
              <a:alpha val="22000"/>
            </a:srgbClr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2148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0" y="2697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0" y="3886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6400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Coverage area increases outward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C72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 – Personal Area Network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394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Smallest network, used for an individual person's devices.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Typical range: up to about 10 metres.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Connects devices such as smartphones, laptops, tablets, smartwatches and headsets.</a:t>
            </a:r>
            <a:endParaRPr lang="en-US" sz="2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technologies: Bluetooth, USB, Infrared, Zigbee.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80960" y="3200400"/>
            <a:ext cx="1828800" cy="12801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0" y="3200400"/>
            <a:ext cx="1828800" cy="12801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4480560"/>
            <a:ext cx="1828800" cy="12801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4480560"/>
            <a:ext cx="1828800" cy="12801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15400" y="3886200"/>
            <a:ext cx="1188720" cy="118872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32520" y="427939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78040" y="2697480"/>
            <a:ext cx="914400" cy="914400"/>
          </a:xfrm>
          <a:prstGeom prst="ellipse">
            <a:avLst/>
          </a:prstGeom>
          <a:solidFill>
            <a:srgbClr val="3E8FB0"/>
          </a:solidFill>
          <a:ln w="12700">
            <a:solidFill>
              <a:srgbClr val="3E8F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29535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Phone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835640" y="2697480"/>
            <a:ext cx="914400" cy="914400"/>
          </a:xfrm>
          <a:prstGeom prst="ellipse">
            <a:avLst/>
          </a:prstGeom>
          <a:solidFill>
            <a:srgbClr val="3E8FB0"/>
          </a:solidFill>
          <a:ln w="12700">
            <a:solidFill>
              <a:srgbClr val="3E8F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52760" y="29535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Laptop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78040" y="5257800"/>
            <a:ext cx="914400" cy="914400"/>
          </a:xfrm>
          <a:prstGeom prst="ellipse">
            <a:avLst/>
          </a:prstGeom>
          <a:solidFill>
            <a:srgbClr val="3E8FB0"/>
          </a:solidFill>
          <a:ln w="12700">
            <a:solidFill>
              <a:srgbClr val="3E8F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55138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835640" y="5257800"/>
            <a:ext cx="914400" cy="914400"/>
          </a:xfrm>
          <a:prstGeom prst="ellipse">
            <a:avLst/>
          </a:prstGeom>
          <a:solidFill>
            <a:srgbClr val="3E8FB0"/>
          </a:solidFill>
          <a:ln w="12700">
            <a:solidFill>
              <a:srgbClr val="3E8F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52760" y="55138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Headset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C72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 – Local Area Network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394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Connects computers within a limited area such as a home, office, or school.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Typical range: up to a few kilometres.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Offers high speed and low cost since it covers a small area.</a:t>
            </a:r>
            <a:endParaRPr lang="en-US" sz="2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Examples: office network, home Wi-Fi, computer lab network.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223760" y="1645920"/>
            <a:ext cx="4480560" cy="4572000"/>
          </a:xfrm>
          <a:prstGeom prst="roundRect">
            <a:avLst>
              <a:gd name="adj" fmla="val 2449"/>
            </a:avLst>
          </a:prstGeom>
          <a:solidFill>
            <a:srgbClr val="EAF3F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175564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Office Building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58200" y="3291840"/>
            <a:ext cx="1005840" cy="11887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0" y="3291840"/>
            <a:ext cx="45720" cy="16459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64040" y="3291840"/>
            <a:ext cx="960120" cy="16459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64040" y="3291840"/>
            <a:ext cx="1874520" cy="11887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0" y="2743200"/>
            <a:ext cx="1005840" cy="100584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0" y="30449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Switch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4434840"/>
            <a:ext cx="868680" cy="868680"/>
          </a:xfrm>
          <a:prstGeom prst="ellipse">
            <a:avLst/>
          </a:prstGeom>
          <a:solidFill>
            <a:srgbClr val="3E8FB0"/>
          </a:solidFill>
          <a:ln w="12700">
            <a:solidFill>
              <a:srgbClr val="3E8F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466801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 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0" y="4892040"/>
            <a:ext cx="868680" cy="868680"/>
          </a:xfrm>
          <a:prstGeom prst="ellipse">
            <a:avLst/>
          </a:prstGeom>
          <a:solidFill>
            <a:srgbClr val="3E8FB0"/>
          </a:solidFill>
          <a:ln w="12700">
            <a:solidFill>
              <a:srgbClr val="3E8F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0" y="512521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 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966960" y="4892040"/>
            <a:ext cx="868680" cy="868680"/>
          </a:xfrm>
          <a:prstGeom prst="ellipse">
            <a:avLst/>
          </a:prstGeom>
          <a:solidFill>
            <a:srgbClr val="3E8FB0"/>
          </a:solidFill>
          <a:ln w="12700">
            <a:solidFill>
              <a:srgbClr val="3E8F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0" y="512521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 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881360" y="4434840"/>
            <a:ext cx="868680" cy="868680"/>
          </a:xfrm>
          <a:prstGeom prst="ellipse">
            <a:avLst/>
          </a:prstGeom>
          <a:solidFill>
            <a:srgbClr val="3E8FB0"/>
          </a:solidFill>
          <a:ln w="12700">
            <a:solidFill>
              <a:srgbClr val="3E8F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98480" y="466801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Printer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C72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 – Metropolitan Area Network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394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Spans a city or a large town, bigger than a LAN but smaller than a WAN.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Typical range: up to about 50 kilometres.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Formed by linking several LANs together using high-speed connections.</a:t>
            </a:r>
            <a:endParaRPr lang="en-US" sz="2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Examples: cable TV network, city government network, university campuses linked across a city.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040880" y="1645920"/>
            <a:ext cx="4663440" cy="4572000"/>
          </a:xfrm>
          <a:prstGeom prst="roundRect">
            <a:avLst>
              <a:gd name="adj" fmla="val 2400"/>
            </a:avLst>
          </a:prstGeom>
          <a:solidFill>
            <a:srgbClr val="EAF3F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17556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City Network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92440" y="3246120"/>
            <a:ext cx="1280160" cy="16459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3246120"/>
            <a:ext cx="1280160" cy="16459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0" y="3246120"/>
            <a:ext cx="2560320" cy="914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2743200"/>
            <a:ext cx="1005840" cy="1005840"/>
          </a:xfrm>
          <a:prstGeom prst="ellipse">
            <a:avLst/>
          </a:prstGeom>
          <a:solidFill>
            <a:srgbClr val="3E8FB0"/>
          </a:solidFill>
          <a:ln w="12700">
            <a:solidFill>
              <a:srgbClr val="3E8F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30449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Campus 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69680" y="4389120"/>
            <a:ext cx="1005840" cy="100584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0" y="46908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Center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149840" y="2743200"/>
            <a:ext cx="1005840" cy="1005840"/>
          </a:xfrm>
          <a:prstGeom prst="ellipse">
            <a:avLst/>
          </a:prstGeom>
          <a:solidFill>
            <a:srgbClr val="3E8FB0"/>
          </a:solidFill>
          <a:ln w="12700">
            <a:solidFill>
              <a:srgbClr val="3E8F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0" y="30449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Campus B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C72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 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WAN – Wide Area Network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394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Largest type of network, spanning countries or continents.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Typical range: hundreds to thousands of kilometres.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Connects multiple LANs and MANs using satellites, fibre-optic cables and leased lines.</a:t>
            </a:r>
            <a:endParaRPr lang="en-US" sz="2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Internet is the best-known example of a WAN.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065A82">
              <a:alpha val="85000"/>
            </a:srgbClr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3858768"/>
            <a:ext cx="2743200" cy="512064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44000" y="2743200"/>
            <a:ext cx="0" cy="274320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772400" y="3794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Internet /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20840" y="2377440"/>
            <a:ext cx="2423160" cy="17373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2377440"/>
            <a:ext cx="2423160" cy="17373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20840" y="4114800"/>
            <a:ext cx="2423160" cy="17373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4114800"/>
            <a:ext cx="2423160" cy="17373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920240"/>
            <a:ext cx="914400" cy="91440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17627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Network 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109960" y="1920240"/>
            <a:ext cx="914400" cy="91440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27080" y="217627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Network 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5394960"/>
            <a:ext cx="914400" cy="91440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56509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Network 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109960" y="5394960"/>
            <a:ext cx="914400" cy="91440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27080" y="56509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Network 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2026-07-22T05:32:58Z</dcterms:created>
  <dcterms:modified xsi:type="dcterms:W3CDTF">2026-07-22T05:32:58Z</dcterms:modified>
</cp:coreProperties>
</file>